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F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274320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B1A1A"/>
                </a:solidFill>
              </a:rPr>
              <a:t>N.V.C. — Nutrición, Vacunas y Consultoría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MyBusiness 2017 — Análisis y Hoja de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B1A1A"/>
                </a:solidFill>
              </a:rPr>
              <a:t>Consultoría Organizacional NVC  |  Abril 2026  |  Confidencial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BF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Sistemas  ·  Diapositiva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El ecosistema tecnológico de NVC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Sistemas  ·  Diapositiva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Qué hace MyBusiness en NVC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Módulo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Uso real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Punto de Venta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Ventas en mostrador todas las sucursales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Facturación CFDI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Facturas emitidas por Rossy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Cuentas por Cobrar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Nueva Italia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Cuentas por Pagar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Apatzingán (compras a crédito)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Inventario (Almacén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Cada sucursal tiene su propio almacén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Traspasos entre sucursales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Manual — con errores frecuentes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Corte 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Cada tienda genera su propio corte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Concentrador MyNube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Dashboard de cortes consolidado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Módulo gastos adicionales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No se usa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Se lleva en 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Cobranza sistemática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Parcial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Depósitos no siempre se capturan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Sistemas  ·  Diapositiva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Arquitectura multi-sucursal — Cómo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Tiene su propia Base de Datos local (SQL Server)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Opera aunque no haya internet (BD local)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Tiene su propio inventario en Almacén 1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Genera su propio corte de caja (Corte Z)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MyNube / POS Tools sincroniza la información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El DG y Vianey pueden ver el concentrado de cortes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La conexión entre sucursales es vía internet (no red local)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Se hace una salida en origen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Se da de alta manualmente la entrada en destino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Sin validación automática → errores frecuentes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Sistemas  ·  Diapositiva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El problema central: 3 flujos de dinero no unificados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Flujo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Qué incluye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Dónde se registra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1. Fiscal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Ventas con CFDI, facturas formales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MyBusiness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2. No fiscal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Ventas sin factura, operaciones informales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Fuera del sistema ⚠️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3. Efectivo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Egresos en caja, retiros DG, cargadores, fletes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Excel + manual 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Sistemas  ·  Diapositiva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Hallazgo: Gastos operativos fuera del sistema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Tipo de gasto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Ejemplos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Servicios básicos menores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Pago de basura, agua, mantenimiento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Gastos de operación diaria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Comida del personal, mandados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Fletes y cargadores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Pagos en efectivo a cargadores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Retiros del DG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Gastos personales cargados al negocio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Otros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Todo lo que "se paga en cash sin factura"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Sistemas  ·  Diapositiva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Cobranza — El tema más complejo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Sistemas  ·  Diapositiva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MyBusiness 2017 vs. v24 — ¿Qué nos perdemos?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Funcionalidad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MyBusiness 2017 (NVC hoy)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MyBusiness v24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CFDI 4.0 nativo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No completo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Venta en ruta (celular)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❌ No disponible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POS Tools integrado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Envío de comprobantes por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❌ No disponible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Sí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Modo desconectado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Limited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Mejorado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Personalización BVisual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Visual 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Visual Studio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Costo actualización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~$3,790/equipo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Sistemas  ·  Diapositiva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Los 3 caminos con MyBusiness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Camino 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Camino B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Camino C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¿Qué?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Optimizar 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Ampliar con desarrollo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Migrar a ERP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¿Cuándo?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HOY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Mes 3–6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Mes 18–24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$0–$5,000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$15,000–$60,000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$30,000–$150,000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Riesgo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Muy bajo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Bajo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Alto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¿Cambia el sistema?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Recomendación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Hacer ya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Planear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Evaluar después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Sistemas  ·  Diapositiva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Hoja de ruta tecnológica — Próximos 12 meses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Mes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Acción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Costo estimado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Inmediato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Activar módulo gastos adicionales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Inmediato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Estandarizar registro de depósitos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Inmediato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Corregir proceso de traspasos manuales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Mes 1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Activar MyNube (respaldo en nube)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$1,799/año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Mes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Dashboard en Google Looker Studio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Mes 2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Exportar historial 24 meses para análisis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Mes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Evaluar actualización a v24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~$11,370 (3 equipos)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Mes 6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Power BI conectado a SQL Server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$3,000–$8,000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Mes 12+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Evaluar Bind ERP si se cumplen triggers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$3,000–$8,000/mes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726</Words>
  <Application>Microsoft Office PowerPoint</Application>
  <PresentationFormat>Personalizado</PresentationFormat>
  <Paragraphs>175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iQuantum</cp:lastModifiedBy>
  <cp:revision>2</cp:revision>
  <dcterms:created xsi:type="dcterms:W3CDTF">2013-01-27T09:14:16Z</dcterms:created>
  <dcterms:modified xsi:type="dcterms:W3CDTF">2026-04-06T03:15:00Z</dcterms:modified>
  <cp:category/>
</cp:coreProperties>
</file>