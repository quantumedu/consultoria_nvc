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74320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B1A1A"/>
                </a:solidFill>
              </a:rPr>
              <a:t>N.V.C. — Nutrición, Vacunas y Consultoría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Resumen de Hallazgos y Plan de 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B1A1A"/>
                </a:solidFill>
              </a:rPr>
              <a:t>Consultoría Organizacional NVC  |  Abril 2026  | 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Hallazgos  ·  Diapositiva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¿Qué hemos logrado? — Estado del proyecto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Entregable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Versión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Diagnóstico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Entrevista Vianey + 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05/04/2026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Plan Estratégico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Borrador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Estructura Organizacional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Borrador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v1.1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Funciones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Borrador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Organización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Borrador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v1.1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Análisis 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Investigación Purina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v1.0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Diagnóstico 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⏳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Dashboard Gerencial v1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⏳ Pendiente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Análisis inventarios/ventas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⏳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Hallazgos  ·  Diapositiva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Top 12 hallazgos — Diagnóstico completo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Hallazgo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Prioridad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DG saturado con operaciones — no puede ser estratega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🔴 Urgente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organigrama ni manuales formales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🔴 Urgente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Personal sin IMSS mayoritariamente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🔴 Urgente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Gastos diarios fuera de MyBusiness — utilidad real desconocida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🔴 Urgente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flujos de dinero no unificados (fiscal, no fiscal, efectivo)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🔴 Urgente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Cobranza sin certeza sistemática — depósitos sin capturar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🔴 Urgente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Traspasos entre sucursales con errores frecuentes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🟡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2017 desactualizado (vs. v24 actual)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🟡 Media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Respaldos locales sin copia en nube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🟡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misión, visión ni valores definidos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🟡 Media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política de crédito documentada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🟡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Hallazgos  ·  Diapositiva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Los 4 riesgos que no podemos ignorar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F8A30"/>
                </a:solidFill>
              </a:rPr>
              <a:t>🔴 Riesgo 1: Legal — Personal sin IMSS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Cada día de operación con personal sin seguridad social es una deuda con el IMSS que crece con multas y recargos. Una inspección puede paralizar la empresa.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Sin unificar los 3 flujos de dinero, el negocio no sabe realmente cuánto gana. Las decisiones de inversión se toman a ciegas.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Si Vianey se va o no puede trabajar, el área administrativa colapsa. No hay proceso documentado para ninguna función crítica.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No saber cuánto se ha recuperado de lo vendido a crédito es un agujero financiero. El negocio puede tener ventas altas y flujo de caja negativo.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Acciones  ·  Diapositiva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Acciones inmediatas — Esta semana y la próxima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Impacto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Agendar Diagnóstico 02 con DG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 + DG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Desbloquea pendientes legales y financieros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Validar manuales v1.1 con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DG + Vianey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Oficializa la estructura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Activar módulo de gastos adicionales en 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Empieza a capturar gastos diarios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Definir proceso de captura de depósitos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 + 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Mejora certeza de cobranza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Corregir proceso de traspasos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 + Encargados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Reduce errores de inventario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Iniciar gestión de IMSS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DG + Vianey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Inversión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Cierra riesgo legal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Acciones  ·  Diapositiva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Diagnóstico 02 — Lo que necesitamos confirmar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Tema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Pregunta clave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¿Cuál es el nombre legal de la empresa? ¿RFC? ¿Régimen fiscal?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RRHH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¿Cuántos empleados sin IMSS? ¿Hay contratos firmados?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Sucursales 4 y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¿Existen? ¿Activas? ¿Con qué personal y sistema?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Finanzas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¿Cuál es la utilidad neta mensual? ¿Hay deudas bancarias?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Caja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¿Quién opera la caja si Rossy es ahora auxiliar administrativa?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Sistemas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¿Qué tamaño tiene la BD en SQL Server? ¿Se tiene Carta Porte?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Inventario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¿Cuándo fue el último inventario físico? ¿Qué diferencias se encontraron?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Purina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¿Cuáles son las condiciones actuales del contrato?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Acciones  ·  Diapositiva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Quick wins — Qué puede estar listo en 30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Manual de funciones v1.1 (pendiente firma DG)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Estructura organizacional v1.1 (pendiente firma DG)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Manual de organización v1.1 (pendiente firma DG)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Análisis de MyBusiness 2017 con hallazgos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Diagnóstico 02 completado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Dashboard de cortes funcionando (Looker Studio)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Módulo de gastos activado en MyBusiness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Proceso de cobranza estandarizado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Primer borrador de política de crédito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Hallazgos  ·  Diapositiva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 aquí a 12 meses — La NVC que queremos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Hoy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 12 meses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Organización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Informal, sin documentar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operativo completo, firmado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Sistemas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2017, procesos con errores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Procesos estandarizados, dashboard en tiempo real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Finanzas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flujos desunificados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Flujo único con conciliación mensual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RRHH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Mayoría sin IMSS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100% regularizado, reglamento interno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Cobranza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certeza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Cartera confiable, proceso documentado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Expansión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sucursales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Modelo replicable listo para sucursales 4 y 5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estrategia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Plan digital activo, presencia Purina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827</Words>
  <Application>Microsoft Office PowerPoint</Application>
  <PresentationFormat>Personalizado</PresentationFormat>
  <Paragraphs>180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iQuantum</cp:lastModifiedBy>
  <cp:revision>2</cp:revision>
  <dcterms:created xsi:type="dcterms:W3CDTF">2013-01-27T09:14:16Z</dcterms:created>
  <dcterms:modified xsi:type="dcterms:W3CDTF">2026-04-06T03:14:32Z</dcterms:modified>
  <cp:category/>
</cp:coreProperties>
</file>