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8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BF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88952" cy="274320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B1A1A"/>
                </a:solidFill>
              </a:rPr>
              <a:t>N.V.C. — Nutrición, Vacunas y Consultoría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¿Quiénes somos?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B1A1A"/>
                </a:solidFill>
              </a:rPr>
              <a:t>Consultoría Organizacional NVC  |  Abril 2026  |  Confidencial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BF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La Empresa  ·  Diapositiva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Presencia territorial — Tierra Caliente, Michoacán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Sucursal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Ubicación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Personal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Matriz / Apatzingán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Apatzingán, Mich.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5 personas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Operativa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San Simón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San Simón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3 personas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Operativa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Nueva Italia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Nueva Italia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3 personas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Operativa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Sucursales 4 y 5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Por confirmar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Por identificar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Pendiente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Diagnóstico  ·  Diapositiva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¿Por qué contratamos una consultoría?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F8A30"/>
                </a:solidFill>
              </a:rPr>
              <a:t>La situación antes de iniciar: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Problema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Impacto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DG concentra todas las decisiones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No puede crecer — él es el cuello de botella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Sin organigrama ni manuales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Cada quien trabaja "como puede"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Sin IMSS para la mayoría del personal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Riesgo legal inmediato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Gastos diarios fuera del sistema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Utilidad real desconocida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Cobranza sin control sistemático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Cartera no confiable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Comunicación solo por WhatsApp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Sin trazabilidad ni datos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Diagnóstico  ·  Diapositiva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El equipo hoy — Apatzingán (Matriz)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Persona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Función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Antigüedad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Ignacio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Director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Fundador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Vianey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Gerente Administrativa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8 años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Rossy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Auxiliar Administrativo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 año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José Galván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Bodeguero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4 años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Álvaro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Bodeguero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3 años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Rebeca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Concentración de información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 año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Pepe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Vendedor en ruta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Julio (hijo DG)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Marketing / Ventas (Licenciado)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Diagnóstico  ·  Diapositiva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El equipo hoy — Sucursales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Sucursal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Persona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Función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San Simón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Paola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Encargada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San Simón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Gustavo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Promotor técnico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San Simón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 Técnico Vacunador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Vacunación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Nueva Italia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Briseida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Encargada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Nueva Italia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Julio (DG Jr.)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Ventas / 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Nueva Italia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 Técnico Vacunador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Vacunación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Diagnóstico  ·  Diapositiva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Cómo trabajamos — Metodología de consultoría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Diagnóstico  ·  Diapositiva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Hallazgos críticos — Lo que encontramos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F8A30"/>
                </a:solidFill>
              </a:rPr>
              <a:t>🔴 Urgente (acción inmediata)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DG saturado — no puede ser operador Y estratega al mismo tiempo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Sin organigrama ni manuales — dependencia total de personas clave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Personal sin IMSS — riesgo legal en cada día de operación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Gastos diarios fuera de MyBusiness — utilidad real desconocida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Tres flujos de dinero no unificados — fiscal, no fiscal y efectivo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Cobranza sin certeza — el sistema sabe lo que se vendió, no lo que se cobró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Sin misión, visión ni valores formales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Sin política de crédito documentada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Traspasos entre sucursales con errores frecuentes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Diagnóstico  ·  Diapositiva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Fortalezas — Lo que ya funciona bien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Fortaleza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Por qué importa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8 años de operación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Empresa consolidada, no startup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Personal clave estable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Vianey (8 años), Julio — lealtad real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Flota propia (5 unidades)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Logística sin terceros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MyBusiness instalado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Datos históricos disponibles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Distribución autorizada Purina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Relación comercial sólida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Línea acuícola diferenciada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Tilapia — mercado de $2B USD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Territorio propio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Tierra Caliente — zona de alto consumo agropecuario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Julio con Lic. Mercadotecnia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Talento interno sub-utilizado actualmente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Diagnóstico  ·  Diapositiva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Sistemas actuales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Sistema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MyBusiness 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POS, inventario, facturación, cobranza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⚠️ Versión desactualizada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CONTPAQ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Contabilidad formal (con contador externo)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Funcional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Gastos diarios, concentrado de cortes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⚠️ Información crítica fuera del sistema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WhatsApp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Comunicación operativa, reportes diarios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⚠️ Sin trazabilidad formal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AnyDesk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Soporte técnico remoto a MyBusiness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Funcional (con control de acceso)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Diagnóstico  ·  Diapositiva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Purina — Nuestro proveedor principal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Dato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Detalle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Nestlé Purina PetCare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Inversión $220M USD en México (2024)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Agribrands/Cargill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8 plantas en México, líderes en acuicultura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Nuestro 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Distribuidor autorizado en Tierra Caliente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Oportunidad acuícola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Michoacán: 2do lugar nacional, mercado $2B USD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Pedidos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Rossy (Auxiliar Admin.) gestiona pedidos a Purina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Diagnóstico  ·  Diapositiva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Resumen — ¿Dónde estamos?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600">
                <a:solidFill>
                  <a:srgbClr val="2C1A1A"/>
                </a:solidFill>
              </a:rPr>
              <a:t>▸ Conclusión: NVC tiene los cimientos. Le falta el orden, la documentación y los controles que le permitan crecer sin depender de personas específicas.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736</Words>
  <Application>Microsoft Office PowerPoint</Application>
  <PresentationFormat>Personalizado</PresentationFormat>
  <Paragraphs>175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iQuantum</cp:lastModifiedBy>
  <cp:revision>3</cp:revision>
  <dcterms:created xsi:type="dcterms:W3CDTF">2013-01-27T09:14:16Z</dcterms:created>
  <dcterms:modified xsi:type="dcterms:W3CDTF">2026-04-06T03:16:38Z</dcterms:modified>
  <cp:category/>
</cp:coreProperties>
</file>