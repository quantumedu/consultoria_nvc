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74320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B1A1A"/>
                </a:solidFill>
              </a:rPr>
              <a:t>N.V.C. — Nutrición, Vacunas y Consultoría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Estructura Organizacional y Funciones por 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1A1A"/>
                </a:solidFill>
              </a:rPr>
              <a:t>Consultoría Organizacional NVC  |  Abril 2026  | 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Organización  ·  Diapositiva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Organigrama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Organización  ·  Diapositiva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Organigrama objetivo — A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Funciones  ·  Diapositiva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Director General — Ignacio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Dirigir la empresa hacia su crecimiento sostenible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Reporta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Socios / Familia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Supervisa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Gerentes de área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Funciones  ·  Diapositiva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Gerente Administrativo — Vianey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Controlar todas las operaciones financieras, administrativas y de RRHH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Reporta 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Director General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Supervisa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 (Aux. Admin.), Bodegueros, personal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Funciones  ·  Diapositiva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Auxiliar Administrativo — Rossy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Apoyar a Vianey en funciones financieras, inventario y pedidos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Reporta 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Gerente Administrativo (Vianey)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Funciones  ·  Diapositiva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Otros puestos clave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Puesto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Titular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Función principal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Encargado Sucursal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Paola / Briseida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Supervisar operación diaria, reportar corte, manejar 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Ventas diarias, diferencia en caja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Cajero/a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Por confirmar en cada sucursal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Registrar ventas, cobrar, corte de caja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Diferencia en corte: 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Bodeguero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José Galván / Álvaro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Carga/descarga, inventario físico, orden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Exactitud de 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Promotor de Ventas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Pepe, Julio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Visitas a clientes, levantamiento de pedidos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Pedidos/semana, clientes nuevos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Técnico Vacunador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2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Vacunación en campo, protocolo sanitario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Vacunas aplicadas, incidentes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Organización  ·  Diapositiva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Planta de personal — Estado actual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Nombre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Puesto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Sucursal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Antigüedad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Ignacio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Director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Matriz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Fundador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Gerente Administrativa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8 años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Auxiliar Administrativo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José Galván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Bodeguero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4 años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Álvaro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Bodeguero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años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Rebeca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Concentración de info.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año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Vendedor en ruta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Paola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Gustavo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Promotor Técnico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Técnico Vacunador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Briseida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Organización  ·  Diapositiva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Brechas de estructura — Hoy vs Objetivo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Elemento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Hoy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Objetivo 12 meses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Organigrama 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existe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Validado y publicado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funciones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Borrador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Operativo y firmado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Política de RRHH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documentada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Reglamento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IMSS del personal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Mayoría sin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100% regularizado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Estructura administrativa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sola persona (Vianey)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Vianey + Aux Contable + Rossy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Gerencias formales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Ninguna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Admin + Comercial + Técnica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Encargados de sucursal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Informales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Con funciones y KPIs definidos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Organización  ·  Diapositiva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riesgo más grande: dependencia de personas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Función crítica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Persona que la sabe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¿Está documentado?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Conciliación bancaria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Solo en v1.1 del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Pedidos a Purina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Solo en v1.1 del manual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Acceso a MyBusiness (admin)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 + técnico AnyDesk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documentado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Facturación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Solo en v1.1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Cortes y transferencias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documentado como proceso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563</Words>
  <Application>Microsoft Office PowerPoint</Application>
  <PresentationFormat>Personalizado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iQuantum</cp:lastModifiedBy>
  <cp:revision>3</cp:revision>
  <dcterms:created xsi:type="dcterms:W3CDTF">2013-01-27T09:14:16Z</dcterms:created>
  <dcterms:modified xsi:type="dcterms:W3CDTF">2026-04-06T03:16:06Z</dcterms:modified>
  <cp:category/>
</cp:coreProperties>
</file>