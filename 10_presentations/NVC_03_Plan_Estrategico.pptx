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8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274320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B1A1A"/>
                </a:solidFill>
              </a:rPr>
              <a:t>N.V.C. — Nutrición, Vacunas y Consultoría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Hacia dónde vamos — Plan de Consultoría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B1A1A"/>
                </a:solidFill>
              </a:rPr>
              <a:t>Consultoría Organizacional NVC  |  Abril 2026  |  Confidencial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BF8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Filosofía organizacional (propuesta)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117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Misión (propuesta)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Proveer nutrición, salud y asesoría técnica de calidad a productores agropecuarios y acuícolas de Michoacán, con un equipo comprometido y sistemas que garantizan confiabilidad.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Visión (propuesta)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Ser la red de distribución agropecuaria más confiable de Tierra Caliente para 2028, con 10 sucursales operando con estándares profesionales replicables.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plan en 4 fases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Fase 1 — Fundamentos (Semanas 1–4)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Responsable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Diagnóstico 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Entrevista Vianey y 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Funciones v1.1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 + Vianey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 listo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Estructura Organizacional v1.1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Borrador listo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Análisis MyBusiness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Completado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Diagnóstico 02 (financiero, legal, sistemas)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Consultor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Por agendar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Regularización IMSS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DG + Vianey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Pendiente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Inventario base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Vianey + Rossy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⏳ Pendiente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Fase 2 — Estructura (Semanas 5–8)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Entregable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Reglamento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Políticas de asistencia, permisos, uniforme, sanciones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SOPs críticos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Apertura/cierre de caja, corte Z, traspaso entre sucursales, facturación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Política de crédito y cobranza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Límites, plazos, documentación, proceso de recuperación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Política de inventario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Frecuencia de conteo, responsables por sucursal, formato estándar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organización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Versión validada con DG y firmada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Validación con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Sesión de revisión de todos los documentos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Fase 3 — Sistemas (Semanas 9–12)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Herramienta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Costo estimado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Activar respaldo en nube 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MyNube (MyBusiness)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$1,799/año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Estandarizar catálogo de productos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2017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gerencial semanal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Google Looker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Proceso de cobranza en sistema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Módulo de gastos adicionales (activar)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2017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Evaluar actualización a v24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 v24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~$3,790 x equipo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Exportar historial 24 meses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Fase 4 — Marketing y Expansión (Mes 4+)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Área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Acción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Identidad de marca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marca, uniformes, señalética unificada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Digital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Google Business, Facebook/Instagram, WhatsApp Business oficial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Purina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Plan de co-marketing con Purina (campañas regionales)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Acuicultura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Posicionamiento en mercado acuícola — ventaja diferencial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Expansión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Modelo replicable de apertura de sucursal (checklist, sistemas, personal)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Indicadores del proyecto de consultoría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¿Cómo medirlo?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Personal con IMSS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Verificación IMSS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Manuales validados con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100% (5 documentos)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Firma del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Diferencia en cortes de caja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$0 diario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Traspasos con errores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0% por semana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Registro en sistema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Utilidad real vs. sistema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Conciliada mensualmente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Excel + MyBusiness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Cobranza capturada en sistema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100% de pagos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MyBusiness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operativo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Enviado cada viernes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Dashboard gerencial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El objetivo final: modelo replicable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 actual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Estado objetivo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 de funciones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Borrador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Validado y replicable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Sistema (MyBusiness)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⚠️ 2017, manual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v24, configurado en horas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Inventario inicial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Sin estándar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Catálogo base definido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Persona encargada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Por buscar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Perfil de reclutamiento definido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Capacitación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No existe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Manual de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Reporte al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❌ Por WhatsApp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✅ Dashboard automático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F8A30"/>
                </a:solidFill>
              </a:rPr>
              <a:t>Plan Estratégico  ·  Diapositiva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114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Cronograma maestro — 12 semanas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Semana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Hito principal</a:t>
                      </a:r>
                    </a:p>
                  </a:txBody>
                  <a:tcPr>
                    <a:solidFill>
                      <a:srgbClr val="7B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Diagnósticos, entrevistas, análisis de sistemas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3–4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Manuales v1.1, estructura organizacional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5–6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Reglamento interno, SOPs críticos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7–8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Política de crédito/cobranza, validación con DG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Activación de sistemas, dashboard gerencial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11–12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Indicadores operativos, modelo replicable borrador</a:t>
                      </a:r>
                    </a:p>
                  </a:txBody>
                  <a:tcPr>
                    <a:solidFill>
                      <a:srgbClr val="E8E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Mes 4+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C1A1A"/>
                          </a:solidFill>
                        </a:rPr>
                        <a:t>Marketing, expansión, nuevas sucursales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7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F8A30"/>
                </a:solidFill>
              </a:rPr>
              <a:t>NVC — Consultoría Organizacional  |  Confidencial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728</Words>
  <Application>Microsoft Office PowerPoint</Application>
  <PresentationFormat>Personalizado</PresentationFormat>
  <Paragraphs>172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iQuantum</cp:lastModifiedBy>
  <cp:revision>3</cp:revision>
  <dcterms:created xsi:type="dcterms:W3CDTF">2013-01-27T09:14:16Z</dcterms:created>
  <dcterms:modified xsi:type="dcterms:W3CDTF">2026-04-06T03:15:32Z</dcterms:modified>
  <cp:category/>
</cp:coreProperties>
</file>